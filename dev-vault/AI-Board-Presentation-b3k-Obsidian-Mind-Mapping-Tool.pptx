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223760" y="761238"/>
            <a:ext cx="1010412" cy="427482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1188720"/>
            <a:ext cx="854964" cy="544068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34172" y="761238"/>
            <a:ext cx="854964" cy="544068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234172" y="411480"/>
            <a:ext cx="932688" cy="349758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68796" y="1188720"/>
            <a:ext cx="854964" cy="699516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23176" y="1088136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Shape 6"/>
          <p:cNvSpPr/>
          <p:nvPr/>
        </p:nvSpPr>
        <p:spPr>
          <a:xfrm>
            <a:off x="8174736" y="701802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8019288" y="1673352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029700" y="1245870"/>
            <a:ext cx="118872" cy="11887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Shape 9"/>
          <p:cNvSpPr/>
          <p:nvPr/>
        </p:nvSpPr>
        <p:spPr>
          <a:xfrm>
            <a:off x="9107424" y="352044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828800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 flipV="1">
            <a:off x="7863840" y="2990088"/>
            <a:ext cx="713232" cy="301752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3291840"/>
            <a:ext cx="603504" cy="384048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77072" y="2990088"/>
            <a:ext cx="603504" cy="384048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8577072" y="2743200"/>
            <a:ext cx="658368" cy="246888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7260336" y="3291840"/>
            <a:ext cx="603504" cy="493776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63256" y="3191256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517636" y="2930652"/>
            <a:ext cx="118872" cy="11887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8407908" y="3616452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121140" y="3314700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Shape 20"/>
          <p:cNvSpPr/>
          <p:nvPr/>
        </p:nvSpPr>
        <p:spPr>
          <a:xfrm>
            <a:off x="9176004" y="2683764"/>
            <a:ext cx="118872" cy="11887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7200900" y="3726180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BOARD PRESENTATION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b3k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640080" y="2697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Obsidian Mind Mapping Tool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free-flowing thought into structured, Markdown-native mind maps.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EBF1F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3677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36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527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Mapping 101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Origins, and why our brains respond to 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EBF1FC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163677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36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527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Tradeoffs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and paper, and the software landscape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EBF1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68833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88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5786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b3k-obsidian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8016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stack, why now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EBF1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68833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688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25786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Implementation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53212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planning, and build process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52044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EBF1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73989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39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36301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Performance &amp; Trust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280160" y="3977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Benchmarked, reviewed, open source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EBF1FC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373989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739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32120" y="36301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532120" y="3977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workflow from topic to analysis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3252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MAPPING 101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All Started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BF1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18488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" y="174924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819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" y="21305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Buzan — popularized the technique, including a well-known explainer on YouTube.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4173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BF1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56048" y="1618488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807" y="174924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5819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10912" y="21305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Mapping: a non-linear way to capture and connect ideas.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0175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BF1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" y="3218688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" y="334944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182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58952" y="37307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British Columbia.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BF1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56048" y="3218688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807" y="3349447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182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010912" y="37307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 as a student → 1974 “Use Your Head” (first book) → 1993 “The Mind Map Book.”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73252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Our Brains Respond To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246888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2E3A7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Our Brains Work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through a complex web of associations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direction — all directions at once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3931920" cy="2468880"/>
          </a:xfrm>
          <a:prstGeom prst="roundRect">
            <a:avLst>
              <a:gd name="adj" fmla="val 3704"/>
            </a:avLst>
          </a:prstGeom>
          <a:solidFill>
            <a:srgbClr val="EBF1FC"/>
          </a:solidFill>
          <a:ln/>
        </p:spPr>
      </p:sp>
      <p:sp>
        <p:nvSpPr>
          <p:cNvPr id="10" name="Shape 7"/>
          <p:cNvSpPr/>
          <p:nvPr/>
        </p:nvSpPr>
        <p:spPr>
          <a:xfrm>
            <a:off x="4983480" y="169164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126" y="18342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For Our Job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4231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note taking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— related topics shown easily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Eases the analysis process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73252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TRADEOFFS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Create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337560"/>
          </a:xfrm>
          <a:prstGeom prst="roundRect">
            <a:avLst>
              <a:gd name="adj" fmla="val 2740"/>
            </a:avLst>
          </a:prstGeom>
          <a:solidFill>
            <a:srgbClr val="F5F8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035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27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 &amp; Paper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3383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to create — sketches, images, anything pasted in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more in memory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consuming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931920" cy="3337560"/>
          </a:xfrm>
          <a:prstGeom prst="roundRect">
            <a:avLst>
              <a:gd name="adj" fmla="val 2740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937760" y="1572768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19" y="170352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27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2240280"/>
            <a:ext cx="3383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faster, with real editing capabilities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digital materials — links to videos, docs, OneDrive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✗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&amp; pasted text retains less than physical creation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73252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TRADEOFFS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Software Landscape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EBF1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Ayoa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476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Buzan’s original work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" y="2395728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compelling UI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directly by the creator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EBF1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Xmind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19476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general-purpose tool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39312" y="2395728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base product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features need paid subs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down with many nodes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Obsidian Extensions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19476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community plugins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19672" y="2395728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closed source — hard to trust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Inconsistent, slows down over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3252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6949440" y="3214116"/>
            <a:ext cx="832104" cy="352044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3566160"/>
            <a:ext cx="704088" cy="448056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81544" y="3214116"/>
            <a:ext cx="704088" cy="448056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7781544" y="2926080"/>
            <a:ext cx="768096" cy="288036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245352" y="3566160"/>
            <a:ext cx="704088" cy="576072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48856" y="3465576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Shape 6"/>
          <p:cNvSpPr/>
          <p:nvPr/>
        </p:nvSpPr>
        <p:spPr>
          <a:xfrm>
            <a:off x="7722108" y="3154680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7594092" y="3954780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426196" y="3602736"/>
            <a:ext cx="118872" cy="11887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Shape 9"/>
          <p:cNvSpPr/>
          <p:nvPr/>
        </p:nvSpPr>
        <p:spPr>
          <a:xfrm>
            <a:off x="8490204" y="2866644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185916" y="4082796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9202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b3k-obsidian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2E3A7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3102559"/>
            <a:ext cx="241402" cy="24140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80160" y="29992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available in the internal repository (code.siemens)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73252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Stack?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154807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990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plain .md files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14800" y="13990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 — your thinking stays in a format you already trust.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258568"/>
            <a:ext cx="502920" cy="502920"/>
          </a:xfrm>
          <a:prstGeom prst="ellipse">
            <a:avLst/>
          </a:prstGeom>
          <a:solidFill>
            <a:srgbClr val="3A4785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" y="2389327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240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Obsidian's graph view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114800" y="22402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at surfacing searches and relating information across notes.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099816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" y="3230575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081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is near-standard for AI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114800" y="308152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create skills and documentation — this plugin speaks the same language as the AI tools we already rely 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3941064"/>
            <a:ext cx="502920" cy="502920"/>
          </a:xfrm>
          <a:prstGeom prst="ellipse">
            <a:avLst/>
          </a:prstGeom>
          <a:solidFill>
            <a:srgbClr val="3A4785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" y="4071823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9227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stack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114800" y="392277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 with new features, with AI assistance, when needed.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Idea To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EBF1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1158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226" y="23372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Use Cases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" y="338328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patterns from my favorite mind-mapping software — including its Tab / Enter shortcuts.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68880" y="2560320"/>
            <a:ext cx="164592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633472" y="160020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EBF1FC"/>
          </a:solidFill>
          <a:ln/>
        </p:spPr>
      </p:sp>
      <p:sp>
        <p:nvSpPr>
          <p:cNvPr id="12" name="Text 9"/>
          <p:cNvSpPr/>
          <p:nvPr/>
        </p:nvSpPr>
        <p:spPr>
          <a:xfrm>
            <a:off x="2770632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342132" y="21945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778" y="233720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70632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Plan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98064" y="338328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mode with Fable to build a comprehensive implementation plan.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99432" y="2560320"/>
            <a:ext cx="164592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764024" y="160020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EBF1FC"/>
          </a:solidFill>
          <a:ln/>
        </p:spPr>
      </p:sp>
      <p:sp>
        <p:nvSpPr>
          <p:cNvPr id="19" name="Text 15"/>
          <p:cNvSpPr/>
          <p:nvPr/>
        </p:nvSpPr>
        <p:spPr>
          <a:xfrm>
            <a:off x="4901184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5472684" y="21945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330" y="2337206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01184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928616" y="338328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handed over to Sonnet 5 to build.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729984" y="2560320"/>
            <a:ext cx="164592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894576" y="160020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EBF1FC"/>
          </a:solidFill>
          <a:ln/>
        </p:spPr>
      </p:sp>
      <p:sp>
        <p:nvSpPr>
          <p:cNvPr id="26" name="Text 21"/>
          <p:cNvSpPr/>
          <p:nvPr/>
        </p:nvSpPr>
        <p:spPr>
          <a:xfrm>
            <a:off x="7031736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7603236" y="219456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882" y="2337206"/>
            <a:ext cx="263347" cy="26334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031736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Iterate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059168" y="338328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feedback, and fixes — on repeat.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873252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.md —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EBF1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78308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26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AI-ready by default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map is a plain .md file — ready to be supplied to an AI system later.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0128" y="150876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EBF1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38828" y="178308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474" y="19257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Documentation, almost for free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38728" y="31089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near the code, and can generate Mermaid diagrams or other docs directly from the map.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17336" y="150876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46036" y="178308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682" y="19257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Presentations, straight out of the map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45936" y="31089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the proof — generated directly from an Obsidian mind map.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73252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743200" cy="26517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2E3A7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hard constraint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Codified in the project plan and CLAUDE.md — equal in priority to correctness.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20440" y="1645920"/>
            <a:ext cx="502920" cy="502920"/>
          </a:xfrm>
          <a:prstGeom prst="ellipse">
            <a:avLst/>
          </a:prstGeom>
          <a:solidFill>
            <a:srgbClr val="EBF1FC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99" y="177667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performance-tested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160520" y="20299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defined budgets before shipping.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520440" y="3063240"/>
            <a:ext cx="502920" cy="502920"/>
          </a:xfrm>
          <a:prstGeom prst="ellipse">
            <a:avLst/>
          </a:prstGeom>
          <a:solidFill>
            <a:srgbClr val="EBF1FC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199" y="319399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60520" y="3017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 surfaced, never assumed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160520" y="34472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performance-vs-feature tradeoff was raised for a decision — I did my best to resolve it, not decide it silently.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73252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&amp; Auditable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2148840"/>
          </a:xfrm>
          <a:prstGeom prst="roundRect">
            <a:avLst>
              <a:gd name="adj" fmla="val 4255"/>
            </a:avLst>
          </a:prstGeom>
          <a:solidFill>
            <a:srgbClr val="EBF1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Resides in the repo at code.siemens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47672" y="25146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checked later by anyone on the team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assessed against any requirement, at any time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3252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setup: install the plugin in Obsidian.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" y="2112264"/>
            <a:ext cx="914" cy="20116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main topic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166420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on top of the hierarchy — think of it like a # header.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31343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13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8660" y="2734056"/>
            <a:ext cx="914" cy="20116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2860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“Goal” node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22860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One-sentence summary of the end result you're after.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93522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8660" y="3355848"/>
            <a:ext cx="914" cy="20116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290779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high-level process steps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26280" y="290779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goals, but the big steps needed to get there.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5570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8660" y="3977640"/>
            <a:ext cx="914" cy="20116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352958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into sub-steps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26280" y="352958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each high-level step further.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17880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78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415137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until done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15137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until the analysis is finished.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73252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040880" y="694944"/>
            <a:ext cx="950976" cy="402336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1097280"/>
            <a:ext cx="804672" cy="512064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91856" y="694944"/>
            <a:ext cx="804672" cy="512064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7991856" y="365760"/>
            <a:ext cx="877824" cy="329184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236208" y="1097280"/>
            <a:ext cx="804672" cy="658368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0296" y="996696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Shape 6"/>
          <p:cNvSpPr/>
          <p:nvPr/>
        </p:nvSpPr>
        <p:spPr>
          <a:xfrm>
            <a:off x="7932420" y="635508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7786116" y="1549908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737092" y="1147572"/>
            <a:ext cx="118872" cy="11887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Shape 9"/>
          <p:cNvSpPr/>
          <p:nvPr/>
        </p:nvSpPr>
        <p:spPr>
          <a:xfrm>
            <a:off x="8810244" y="306324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6772" y="1696212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58368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2E3A7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24612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note: this very presentation was generated from a b3k-obsidian mind map — the “example usage” in practice.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3252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Board Presentation - b3k Obsidian Mind Mapping Tool</dc:title>
  <dc:subject>PptxGenJS Presentation</dc:subject>
  <dc:creator>b3k</dc:creator>
  <cp:lastModifiedBy>b3k</cp:lastModifiedBy>
  <cp:revision>1</cp:revision>
  <dcterms:created xsi:type="dcterms:W3CDTF">2026-07-04T13:44:49Z</dcterms:created>
  <dcterms:modified xsi:type="dcterms:W3CDTF">2026-07-04T13:44:49Z</dcterms:modified>
</cp:coreProperties>
</file>